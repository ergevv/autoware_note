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用途说明：
这是一份第 2 集的 PPT 制作稿，采用 Marp Markdown 格式。
你可以直接按每个 --- 分隔的页面制作 PowerPoint，也可以使用 Marp 导出为 pptx。
建议导出命令：
marp AUTOWARE规划控制层第2集_Lanelet与MissionPlannerPPT.md --pptx
本集重点：
从 Lanelet 地图出发，讲清楚 Mission Planner 如何把连续空间中的起点/目标点，
转换成车道图上的搜索问题，并最终输出 route sections。
讲解备注：
本集承接第 1 集。第 1 集讲了 Goal -&gt; Route -&gt; Path -&gt; Trajectory -&gt; Control，
这一集专门放大 Route 这一层，讲它到底是怎么从地图中生成的。
配图建议：
左侧画一张道路高精地图，右侧画被高亮的一串车道 route。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先把本集放回总链路。强调：Mission Planner 不输出控制器直接跟踪的轨迹，
它输出的是车道级路线和可行驶走廊。
配图建议：
沿用第 1 集总链路图，只高亮 Route。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本集的问题很具体：连续世界里的点，如何变成地图拓扑图上的车道序列。
配图建议：
画车辆当前 pose 和目标 pose，地图里高亮一串 lanelet。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很多新手会把 route 和 path 混在一起。这一页先拆开概念。
Route 是车道级导航结果，不直接处理每个轨迹点的速度和控制。
配图建议：
左边画错误理解：一条细曲线；右边画正确理解：一串被选中的车道区域。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这一页是本集目录。每讲完一个部分都可以回到这张图。
配图建议：
横向流程图，后面每个大章节高亮对应节点。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强调 Lanelet 地图不是栅格图，也不是背景图片。它是由几何元素和语义关系组成的数据结构。
配图建议：
分层图：点层、线层、lanelet 层、交通规则层。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用最小数据例子帮助新手建立几何直觉。不要一开始就讲复杂 OSM 文件。
配图建议：
画一个矩形车道，标注 x=0 到 x=20，y=0 到 y=3.5。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重点讲“有序”。边界点顺序决定了 lanelet 的方向和几何结构。
配图建议：
把左边界和右边界分别画成两条有箭头的线，再用透明色填充车道区域。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这里让观众理解：复杂地图不是另一种东西，只是点、线、lanelet 和规则的数量更多，关系更复杂。
配图建议：
层级树：LaneletMap -&gt; pointLayer / lineStringLayer / laneletLayer。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这是后面 Pose -&gt; Lanelet 的前置直觉。起点和目标点都是连续坐标，
路线规划必须先知道它们属于哪个车道单元。
配图建议：
在矩形车道中心画一个车辆点，标注坐标。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这页开始把几何例子抽象成公式。公式不要念太快，每个符号都要对应到图上。
配图建议：
一条 lanelet 上标出 left bound、right bound、centerline、属性标签。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中心线不是最终轨迹，但它是很多几何计算的基础。
配图建议：
画左右边界和中间中心线，并在中心线上标注 s 坐标。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弯道里，直线距离不能代表车辆真实沿车道行驶的距离。中心线弧长更符合车辆前进方向。
配图建议：
画一条弯曲中心线，标注每段小线段长度相加。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这是新手很容易混淆的点。OSM node 是地图文件里的点，路线搜索图节点是 lanelet。
配图建议：
画 OSM node -&gt; way -&gt; relation(type=lanelet) 的层级转换。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不要把 XML 细节讲太深。这里的目的只是让观众知道：
relation 通过 left/right way 组合成一个 lanelet。
配图建议：
左边放简化 XML，右边画对应的 lanelet 几何。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经纬度不是平面米制坐标，不能直接做欧氏距离。加载地图时要投影到 map frame。
配图建议：
画地球经纬度点 -&gt; 局部 ENU / map 坐标系。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这个多边形用于判断点是否在车道内，也用于目标车辆轮廓合法性检查。
配图建议：
把左边界和反向右边界首尾拼接，形成闭合多边形。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不要把它讲成唯一方法。这里用来帮助新手理解中心线和左右边界的关系。
配图建议：
左右边界上取同一比例点，中间连线取中点。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这页是 Mission Planner 的核心抽象。路线规划不是在像素上搜索，而是在 lanelet 图上搜索。
配图建议：
左边画真实车道，右边抽象成节点和有向边。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反复强调这一点。OSM node 是几何点，route graph node 是车道片段。
配图建议：
用三列对比：OSM node、lanelet、trajectory point。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强调有方向。即使两个 lanelet 几何上接触，也不代表可以反向开。
配图建议：
两个首尾相接的 lanelet，中间画向前箭头。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这里解释为什么不是所有贴在一起的 lanelet 都能连边。方向和规则同样重要。
配图建议：
画一个合法顺接和一个方向相反但几何靠近的反例。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换道边不是单纯几何相邻，还要看线型和交通规则。
配图建议：
画两条同向车道，中间虚线表示可换道。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这一页非常关键。后面 route corridor 扩展时会用到。
配图建议：
一组虚线相邻车道和一组实线相邻车道做对比。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Mission Planner 主要依赖静态拓扑和规则。动态交通灯状态通常不是这里直接处理的重点。
配图建议：
在 lanelet 上附加 speed_limit、traffic_light、stop_line 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这是 Mission Planner 的主流程图。后面每一页解释其中一个步骤。
配图建议：
竖向流程图，每个步骤一个方块。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这里强调 Mission Planner 不是纯算法函数，而是长期运行的系统模块。
配图建议：
左侧输入列表，中间 Mission Planner，右侧输出列表。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路线规划所有几何判断都必须在同一坐标系下。坐标系没统一，后面的车道匹配和距离计算都没有意义。
配图建议：
画 base_link、odom、map 三个坐标系，用箭头表示变换。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接近 pi 和 -pi 的角度如果不归一化，会被误认为差很多。朝向判断会出错。
配图建议：
画圆形角度轴，标注 pi 和 -pi 实际上是相邻方向。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这一步是从连续几何世界到离散图搜索世界的桥。
配图建议：
车辆点落在多个候选 lanelet 附近，然后映射成 lanelet id。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定位误差、地图边界误差、车辆停在路肩附近，都可能导致当前位置稍微偏出车道。
配图建议：
一个点在车道内，一个点稍微偏出车道但在搜索半径内。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在宽车道、路口、多车道并行区域，最近中心线不一定是正确车道。
配图建议：
点位于一个宽车道内，但另一条中心线几何距离更近的反例。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如果车辆在双向道路附近，只看距离可能选到反方向车道。朝向过滤能避免这种错误。
配图建议：
车辆夹在两个方向相反的车道之间，画出车头方向和车道方向。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强调投影发生在“已经选定某个 lanelet 之后”。它用于计算该车道内的纵向位置，不是单独用来地图匹配。
配图建议：
点到中心线某一段的垂线投影，标注 u。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弧长 s 是 route 层很多安全判断的基础。后面重规划也会用到。
配图建议：
中心线上从起点到投影点累计长度，标出 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这个代价帮助在多个候选车道中选更自然的起点。实际系统中朝向惩罚会比较重要。
配图建议：
两个候选起点 lanelet：一个路径短但朝向错，一个路径稍长但方向正确。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这一页先做预告，后面会展开目标合法性检查。
配图建议：
一个目标点在车道内但车头朝反方向的例子。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这里是连续几何问题转成离散图搜索问题的时刻。
配图建议：
若干 lanelet 节点和有向边，高亮从 start 到 goal 的路径。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路线规划不一定只追求几何最短。代价表达了工程偏好。
配图建议：
两条路线长度接近，一条频繁换道，一条保持车道。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这页只需要让观众知道：搜索结果是一串 lanelet，不是一串轨迹点。
配图建议：
图搜索结果从起点节点到终点节点形成 lanelet 序列。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途经点是硬约束，所以按顺序分段求解是合理的。注意拼接处需要去掉重复 lanelet。
配图建议：
起点、两个途经点、终点，每一段用不同颜色。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比直接删除节点更灵活，因为同一张地图可以根据任务切换代价模型。
配图建议：
某条 lanelet 标红为不可通行，路线绕行。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Mission Planner 不是只给一条“细线”，而是给下游一个车道级走廊。
配图建议：
左边一条主车道线，右边包含相邻车道的宽走廊。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preferred 是主干，primitives 是这段路允许下游规划使用的车道集合。
配图建议：
每个纵向切片中高亮 preferred lanelet，同时用浅色标出 primitives。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这一页把 route section 的意义讲成直觉，不放公式。
配图建议：
用透明蓝色覆盖可行驶走廊，主路线用深蓝箭头。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这里讲集合构造。可换道邻居可以直接加入，仅相邻候选要额外检查。
配图建议：
三种颜色：主路线、可换道邻居、仅相邻候选。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避免把只是贴在旁边、但无法合法进入或离开主路线的 lanelet 加进来。
配图建议：
一个相邻车道前后都能接回主线，另一个相邻车道中途断开不能接回。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这页把前后接回逻辑压缩成一个条件。对新手来说，不需要展开所有递推细节。
配图建议：
一个候选车道两端都有连接箭头回到主走廊。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空间索引不改变路线算法的数学本质，但对实时系统很重要。
配图建议：
地图被分成层级包围盒，一个查询窗口快速找到候选 lanelet。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这是新手很容易忽略的工程细节。目标 pose 通常代表车辆基准点，不代表整个车身。
配图建议：
目标点在车道内，但车辆矩形轮廓部分压出边界。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目标点在车道内但朝反了，也不应该接受为普通道路目标。
停车区可能是特殊情况。
配图建议：
同一个目标点，一个朝向顺车道，一个朝向逆车道。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目标点可能在车道中心，但车头或车尾跨出车道片段边界。实际检查会考虑附近车道区域。
配图建议：
车辆矩形轮廓叠在目标 lanelet 区域上，分别画通过和不通过。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这是提高易用性的工程处理，不是路线规划的必要数学核心。
配图建议：
用户点击点偏离中心线，系统投影到中心线最近点。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路线规划主要在二维平面上搜索，但输出 pose 是三维的，z 值仍然要合理。
配图建议：
坡道中心线剖面，目标点高度被插值到中心线高度。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环路会让“下一个 route lanelet”“距离目标还有多远”等问题变得含糊。
配图建议：
一条绕圈路线中某个 lanelet 被重复经过，标红重复 ID。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这页帮助观众理解接口层。Mission Planner 不一定每次都从零图搜索。
配图建议：
两条输入路径汇入同一个 Route 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Mission Planner 是长期运行的系统，不是调用一次就结束的函数。
配图建议：
状态机图：UNSET -&gt; ROUTING -&gt; SET，SET -&gt; REROUTING -&gt; SET，SET -&gt; ARRIVED。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这页强调工程系统的可靠性。路线规划不只是一个最短路算法。
配图建议：
左边列异常场景，右边列状态机保护动作。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这里为下一页共同路段长度做铺垫。
配图建议：
车辆前方不远处新旧路线分叉，标注“距离太短”。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速度越高，系统需要越长距离来安全切换到新路线。
配图建议：
新旧路线先重合一段，再分叉；标出 common length。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只看距离会误判：车辆从目标旁边经过，也可能距离很近。
配图建议：
车辆经过目标附近但未停稳，和车辆停在目标姿态上的对比。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这页讲接口语义。Route 不像控制命令那样高频刷新。
配图建议：
Route 发布后被多个下游模块读取，类似持久状态。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诊断不是算法核心，但实际调试时非常关键。
配图建议：
RViz 风格图：走廊、目标轮廓和状态面板。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参数不要死记。讲调大调小的直觉：更宽松更容易成功，更严格更安全但可能拒绝更多请求。
配图建议：
参数表即可，也可以在右侧放“宽松 &lt;-&gt; 严格”的滑杆。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这一页是完整闭环复盘。建议慢讲，让观众把前面所有点串起来。
配图建议：
长流程图，可以分上下两行展示。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用正面清单总结 Mission Planner 的职责。
配图建议：
Mission Planner 方块周围发散 5 个职责标签。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职责边界非常重要。不要把下游行为规划、速度规划和控制器的问题都归到 Mission Planner。
配图建议：
左侧 Mission Planner 做的事，右侧下游模块做的事。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这是本集最核心的三个数学表达。图、朝向、最短路。
配图建议：
公式左侧配对应小图：图节点、朝向夹角、最短路线。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这三点是新手从“算法理解”走向“工程理解”的关键。
配图建议：
三张小卡片：地图匹配、route section、目标合法性。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逐条澄清。每条都可以回指前面的对应页面。
配图建议：
做成“误区 / 正确理解”两列表。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这是本集最后的主图。建议和开头主线呼应。
配图建议：
用大流程图展示，每个节点配一个图标。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这些问题可以放到视频评论区，也可以作为下一集开头的复习。
配图建议：
纯文字页即可。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自然引到第 3 集：Mission Planner 解决车道级路线，但如果车一开始不在正常车道里，
就需要 Pull Out / Freespace Planning。
配图建议：
车辆停在路边或停车位，规划一条回到主车道的路径。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讲解备注：
这一页不一定放进公开视频里，它是给你自己继续制作课程用的。
如果正式录课，可以删除这一页。
配图建议：
不需要配图。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Lanelet 与 Mission Planner</dc:title>
  <dc:subject>PptxGenJS Presentation</dc:subject>
  <dc:creator>Created by Marp</dc:creator>
  <cp:lastModifiedBy>Created by Marp</cp:lastModifiedBy>
  <cp:revision>1</cp:revision>
  <dcterms:created xsi:type="dcterms:W3CDTF">2026-05-22T06:13:34Z</dcterms:created>
  <dcterms:modified xsi:type="dcterms:W3CDTF">2026-05-22T06:13:34Z</dcterms:modified>
</cp:coreProperties>
</file>